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0" r:id="rId4"/>
  </p:sldMasterIdLst>
  <p:notesMasterIdLst>
    <p:notesMasterId r:id="rId9"/>
  </p:notesMasterIdLst>
  <p:handoutMasterIdLst>
    <p:handoutMasterId r:id="rId10"/>
  </p:handoutMasterIdLst>
  <p:sldIdLst>
    <p:sldId id="256" r:id="rId5"/>
    <p:sldId id="257" r:id="rId6"/>
    <p:sldId id="258" r:id="rId7"/>
    <p:sldId id="259" r:id="rId8"/>
  </p:sldIdLst>
  <p:sldSz cx="12192000" cy="6858000"/>
  <p:notesSz cx="6858000" cy="9144000"/>
  <p:defaultTextStyle>
    <a:defPPr>
      <a:defRPr lang="en-150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C08494-28FC-666D-B82A-B0B4C8A29A89}" name="Michael Engelmann" initials="ME" userId="S::michael@zpf.fr::6509bad2-4257-4759-ae48-9517596a989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0D3C06-1B5F-6787-F580-EBDE835E665C}" v="150" dt="2025-01-28T07:19:42.988"/>
    <p1510:client id="{D8F5B28A-C7A9-6943-7D92-C684D027969E}" v="45" dt="2025-01-29T09:24:52.3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Style léger 1 - Accentuation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13" autoAdjust="0"/>
    <p:restoredTop sz="94660"/>
  </p:normalViewPr>
  <p:slideViewPr>
    <p:cSldViewPr snapToGrid="0">
      <p:cViewPr varScale="1">
        <p:scale>
          <a:sx n="75" d="100"/>
          <a:sy n="75" d="100"/>
        </p:scale>
        <p:origin x="66" y="16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C2D11A-4A4C-4762-9A3D-38B816BFA086}" type="datetimeFigureOut">
              <a:rPr lang="fr-FR" smtClean="0"/>
              <a:t>04/03/2026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29993-E93F-4628-BDE0-2946103AC1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9978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3E8838-E61C-436D-81FA-CFC9A861CF2C}" type="datetimeFigureOut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B0C060-F7D4-4C65-826A-795CA5BE88E2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1712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1AF8C-5859-4705-A043-9E1F218ABCB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266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2829AA3-688F-4FAF-9C70-2EAED5DE0A5F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5588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B779C31-26A2-4001-8DD7-CEA4A5920D6F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1686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F708A2A-6F02-48A2-99AD-832CF5AA71DA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4732072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182189"/>
            <a:ext cx="4639736" cy="492043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1182187"/>
            <a:ext cx="4639736" cy="492043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297338C-4102-BE9E-4AB2-29CD812FA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F708A2A-6F02-48A2-99AD-832CF5AA71DA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B2CD438-EB8A-E40E-FBAE-E9FC0AD98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7795BC1-93F2-D59F-F3DC-FF4690E33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11" name="Titre 10">
            <a:extLst>
              <a:ext uri="{FF2B5EF4-FFF2-40B4-BE49-F238E27FC236}">
                <a16:creationId xmlns:a16="http://schemas.microsoft.com/office/drawing/2014/main" id="{8AF557B5-2378-92A5-1063-2C1BEBE8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8658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85220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628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136469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1986334"/>
            <a:ext cx="4639736" cy="388276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1136469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1986333"/>
            <a:ext cx="4639736" cy="388276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E313F57-3095-42DA-A8AD-EACF93632B45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86987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F708A2A-6F02-48A2-99AD-832CF5AA71DA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28105658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7C76EA5-DE82-4067-88F3-4BF0BABA598F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50561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pPr rtl="0"/>
            <a:fld id="{31C46C69-7F73-47D5-86D5-FDA507AE9AA8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35042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rtl="0"/>
            <a:fld id="{973E1055-39CE-418F-9B0E-741B5617658E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 rtl="0"/>
            <a:endParaRPr lang="fr-FR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383611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F708A2A-6F02-48A2-99AD-832CF5AA71DA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7442950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F708A2A-6F02-48A2-99AD-832CF5AA71DA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7094117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023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120459"/>
            <a:ext cx="10058400" cy="4748633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pPr rtl="0"/>
            <a:fld id="{0F708A2A-6F02-48A2-99AD-832CF5AA71DA}" type="datetime1">
              <a:rPr lang="fr-FR" noProof="0" smtClean="0"/>
              <a:t>04/03/2026</a:t>
            </a:fld>
            <a:endParaRPr lang="fr-FR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097279" y="107442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6340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2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pium/appium-uiautomator2-driver" TargetMode="External"/><Relationship Id="rId2" Type="http://schemas.openxmlformats.org/officeDocument/2006/relationships/hyperlink" Target="https://devblogs.microsoft.com/dotnet/dotnet-maui-ui-testing-appium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nodejs.or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F20CE03-1633-4464-B5DD-92DE0962BF4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t="10428" b="4345"/>
          <a:stretch/>
        </p:blipFill>
        <p:spPr>
          <a:xfrm>
            <a:off x="-91852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6C96BC-D50E-472C-ADB1-6D76C372CF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831" y="1283452"/>
            <a:ext cx="3790122" cy="1017055"/>
          </a:xfrm>
        </p:spPr>
        <p:txBody>
          <a:bodyPr>
            <a:normAutofit fontScale="90000"/>
          </a:bodyPr>
          <a:lstStyle/>
          <a:p>
            <a:r>
              <a:rPr lang="fr-FR" dirty="0">
                <a:solidFill>
                  <a:srgbClr val="FFFFFF"/>
                </a:solidFill>
              </a:rPr>
              <a:t> </a:t>
            </a:r>
            <a:endParaRPr lang="en-15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CDC1C0-4F73-40EB-BD64-D8C523312E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04/03/2026</a:t>
            </a:r>
            <a:endParaRPr lang="en-150" sz="1100" dirty="0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15B94C0-256E-51FA-B982-6D8D63B13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051" y="2212848"/>
            <a:ext cx="3302000" cy="2472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9888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607EC2-2C2B-F9D8-A34A-D83C2211B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Appium - links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34C510-886E-8097-DB83-8569B6E6B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Getting started with UI testing .NET MAUI apps using Appium</a:t>
            </a:r>
            <a:br>
              <a:rPr lang="en-GB" b="1" dirty="0"/>
            </a:br>
            <a:r>
              <a:rPr lang="fr-FR" dirty="0">
                <a:hlinkClick r:id="rId2"/>
              </a:rPr>
              <a:t>https://devblogs.microsoft.com/dotnet/dotnet-maui-ui-testing-appium/</a:t>
            </a:r>
            <a:endParaRPr lang="fr-FR" dirty="0"/>
          </a:p>
          <a:p>
            <a:r>
              <a:rPr lang="fr-FR" b="1" dirty="0" err="1"/>
              <a:t>Appium</a:t>
            </a:r>
            <a:r>
              <a:rPr lang="fr-FR" b="1" dirty="0"/>
              <a:t> UiAutomator2 Driver</a:t>
            </a:r>
            <a:br>
              <a:rPr lang="fr-FR" dirty="0"/>
            </a:br>
            <a:r>
              <a:rPr lang="fr-FR" dirty="0">
                <a:hlinkClick r:id="rId3"/>
              </a:rPr>
              <a:t>https://github.com/appium/appium-uiautomator2-driver</a:t>
            </a:r>
            <a:endParaRPr lang="fr-FR" dirty="0"/>
          </a:p>
          <a:p>
            <a:r>
              <a:rPr lang="fr-FR" b="1" dirty="0"/>
              <a:t>Windows Application Driver</a:t>
            </a:r>
            <a:br>
              <a:rPr lang="fr-FR" b="1" dirty="0"/>
            </a:br>
            <a:r>
              <a:rPr lang="fr-FR" dirty="0"/>
              <a:t>https://github.com/microsoft/WinAppDriver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63453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6A8B7-7495-D3DF-F94E-4E355DDEC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8D83B7-7FE8-E80C-39DE-2A3A6B63E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Appium - notes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C1505B-7052-6C68-7FA8-EF08E3315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The important thing to note here is that all the user-interface elements you want to reach from your tests will need to have the </a:t>
            </a:r>
            <a:r>
              <a:rPr lang="en-GB" b="1" dirty="0" err="1"/>
              <a:t>AutomationId</a:t>
            </a:r>
            <a:r>
              <a:rPr lang="en-GB" b="1" dirty="0"/>
              <a:t> attribute with a (unique) value. Those will be the identifiers that are mapped on the UI controls and make them available to discover and interact with through Appium.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53617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5384C-2509-78CA-B67F-5DC6168A9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FB014D-96B5-1A0B-E477-CBA04C933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Appium – install for Windows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54258D5-AAB1-9025-28E7-B217AE1C8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b="1" dirty="0"/>
              <a:t>1) </a:t>
            </a:r>
            <a:r>
              <a:rPr lang="en-GB" dirty="0"/>
              <a:t> install Node.js on your machine </a:t>
            </a:r>
            <a:r>
              <a:rPr lang="en-GB" u="sng" dirty="0">
                <a:hlinkClick r:id="rId2"/>
              </a:rPr>
              <a:t>website</a:t>
            </a:r>
            <a:r>
              <a:rPr lang="en-GB" dirty="0"/>
              <a:t> </a:t>
            </a:r>
          </a:p>
          <a:p>
            <a:r>
              <a:rPr lang="en-GB" dirty="0"/>
              <a:t>2) run: </a:t>
            </a:r>
            <a:r>
              <a:rPr lang="en-GB" dirty="0" err="1"/>
              <a:t>npm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--location=global </a:t>
            </a:r>
            <a:r>
              <a:rPr lang="en-GB" dirty="0" err="1"/>
              <a:t>appium</a:t>
            </a:r>
            <a:r>
              <a:rPr lang="en-GB" dirty="0"/>
              <a:t> </a:t>
            </a:r>
          </a:p>
          <a:p>
            <a:r>
              <a:rPr lang="en-GB" dirty="0"/>
              <a:t>3)  run: </a:t>
            </a:r>
            <a:r>
              <a:rPr lang="en-GB" strike="sngStrike" dirty="0" err="1"/>
              <a:t>appium</a:t>
            </a:r>
            <a:r>
              <a:rPr lang="en-GB" strike="sngStrike" dirty="0"/>
              <a:t> driver install --source=</a:t>
            </a:r>
            <a:r>
              <a:rPr lang="en-GB" strike="sngStrike" dirty="0" err="1"/>
              <a:t>npm</a:t>
            </a:r>
            <a:r>
              <a:rPr lang="en-GB" strike="sngStrike" dirty="0"/>
              <a:t> appium-uiautomator2-driver 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/>
              <a:t>appium</a:t>
            </a:r>
            <a:r>
              <a:rPr lang="en-GB" dirty="0"/>
              <a:t> driver install uiautomator2</a:t>
            </a:r>
          </a:p>
          <a:p>
            <a:r>
              <a:rPr lang="fr-FR" dirty="0"/>
              <a:t>- </a:t>
            </a:r>
            <a:r>
              <a:rPr lang="fr-FR" dirty="0" err="1"/>
              <a:t>automationName</a:t>
            </a:r>
            <a:r>
              <a:rPr lang="fr-FR" dirty="0"/>
              <a:t>: UiAutomator2</a:t>
            </a:r>
          </a:p>
          <a:p>
            <a:r>
              <a:rPr lang="fr-FR" dirty="0"/>
              <a:t>- </a:t>
            </a:r>
            <a:r>
              <a:rPr lang="fr-FR" dirty="0" err="1"/>
              <a:t>platformNames</a:t>
            </a:r>
            <a:r>
              <a:rPr lang="fr-FR" dirty="0"/>
              <a:t>: ["Android"]</a:t>
            </a:r>
          </a:p>
          <a:p>
            <a:pPr marL="0" indent="0">
              <a:buNone/>
            </a:pPr>
            <a:endParaRPr lang="en-GB" strike="sngStrike" dirty="0"/>
          </a:p>
          <a:p>
            <a:r>
              <a:rPr lang="en-GB" dirty="0"/>
              <a:t>And: 	</a:t>
            </a:r>
            <a:r>
              <a:rPr lang="en-GB" dirty="0" err="1"/>
              <a:t>appium</a:t>
            </a:r>
            <a:r>
              <a:rPr lang="en-GB" dirty="0"/>
              <a:t> driver install --source=</a:t>
            </a:r>
            <a:r>
              <a:rPr lang="en-GB" dirty="0" err="1"/>
              <a:t>npm</a:t>
            </a:r>
            <a:r>
              <a:rPr lang="en-GB" dirty="0"/>
              <a:t> </a:t>
            </a:r>
            <a:r>
              <a:rPr lang="en-GB" dirty="0" err="1"/>
              <a:t>appium</a:t>
            </a:r>
            <a:r>
              <a:rPr lang="en-GB" dirty="0"/>
              <a:t>-windows-driver</a:t>
            </a:r>
            <a:endParaRPr lang="fr-FR" dirty="0"/>
          </a:p>
          <a:p>
            <a:r>
              <a:rPr lang="fr-FR" dirty="0"/>
              <a:t>- </a:t>
            </a:r>
            <a:r>
              <a:rPr lang="fr-FR" dirty="0" err="1"/>
              <a:t>automationName</a:t>
            </a:r>
            <a:r>
              <a:rPr lang="fr-FR" dirty="0"/>
              <a:t>: Windows</a:t>
            </a:r>
          </a:p>
          <a:p>
            <a:r>
              <a:rPr lang="fr-FR" dirty="0"/>
              <a:t>- </a:t>
            </a:r>
            <a:r>
              <a:rPr lang="fr-FR" dirty="0" err="1"/>
              <a:t>platformNames</a:t>
            </a:r>
            <a:r>
              <a:rPr lang="fr-FR" dirty="0"/>
              <a:t>: ["Windows"]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9227986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.PPT.TopSales">
  <a:themeElements>
    <a:clrScheme name="Violet2">
      <a:dk1>
        <a:srgbClr val="000000"/>
      </a:dk1>
      <a:lt1>
        <a:srgbClr val="FFFFFF"/>
      </a:lt1>
      <a:dk2>
        <a:srgbClr val="341833"/>
      </a:dk2>
      <a:lt2>
        <a:srgbClr val="F4F1F4"/>
      </a:lt2>
      <a:accent1>
        <a:srgbClr val="A84BA6"/>
      </a:accent1>
      <a:accent2>
        <a:srgbClr val="9B57D3"/>
      </a:accent2>
      <a:accent3>
        <a:srgbClr val="755DD9"/>
      </a:accent3>
      <a:accent4>
        <a:srgbClr val="6D65BB"/>
      </a:accent4>
      <a:accent5>
        <a:srgbClr val="45A5ED"/>
      </a:accent5>
      <a:accent6>
        <a:srgbClr val="5982DB"/>
      </a:accent6>
      <a:hlink>
        <a:srgbClr val="3887FF"/>
      </a:hlink>
      <a:folHlink>
        <a:srgbClr val="676799"/>
      </a:folHlink>
    </a:clrScheme>
    <a:fontScheme name="Rétrospective">
      <a:majorFont>
        <a:latin typeface="Univers Condensed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Univers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ème.PPT.TopSales" id="{85210FC4-40CA-4190-8676-F09A3AD3F7C6}" vid="{9AD94623-127D-44E3-9D28-8B93EEC8149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03EEFF0-FB57-4CB4-8BFC-DF397689E2ED}">
  <ds:schemaRefs>
    <ds:schemaRef ds:uri="16c05727-aa75-4e4a-9b5f-8a80a1165891"/>
    <ds:schemaRef ds:uri="71af3243-3dd4-4a8d-8c0d-dd76da1f02a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AA3F7EDC-E5B4-4BBC-9D2A-CBE6D46C37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3932EF5-314F-409E-8020-FEE5FA0795B9}">
  <ds:schemaRefs>
    <ds:schemaRef ds:uri="16c05727-aa75-4e4a-9b5f-8a80a1165891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1544</TotalTime>
  <Words>190</Words>
  <Application>Microsoft Office PowerPoint</Application>
  <PresentationFormat>Grand écran</PresentationFormat>
  <Paragraphs>20</Paragraphs>
  <Slides>4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Arial</vt:lpstr>
      <vt:lpstr>Calibri</vt:lpstr>
      <vt:lpstr>Univers</vt:lpstr>
      <vt:lpstr>Univers Condensed</vt:lpstr>
      <vt:lpstr>Thème.PPT.TopSales</vt:lpstr>
      <vt:lpstr> </vt:lpstr>
      <vt:lpstr>Appium - links</vt:lpstr>
      <vt:lpstr>Appium - notes</vt:lpstr>
      <vt:lpstr>Appium – install for Windows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Titre Lorem Ipsum</dc:title>
  <dc:creator>Michael@ZPF.fr</dc:creator>
  <cp:lastModifiedBy>Michael Engelmann</cp:lastModifiedBy>
  <cp:revision>385</cp:revision>
  <dcterms:created xsi:type="dcterms:W3CDTF">2022-04-25T08:51:37Z</dcterms:created>
  <dcterms:modified xsi:type="dcterms:W3CDTF">2026-03-05T03:21:02Z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