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4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58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4C08494-28FC-666D-B82A-B0B4C8A29A89}" name="Michael Engelmann" initials="ME" userId="S::michael@zpf.fr::6509bad2-4257-4759-ae48-9517596a989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0D3C06-1B5F-6787-F580-EBDE835E665C}" v="150" dt="2025-01-28T07:19:42.988"/>
    <p1510:client id="{D8F5B28A-C7A9-6943-7D92-C684D027969E}" v="45" dt="2025-01-29T09:24:52.3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yle léger 1 - Accentuation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13" autoAdjust="0"/>
    <p:restoredTop sz="24638" autoAdjust="0"/>
  </p:normalViewPr>
  <p:slideViewPr>
    <p:cSldViewPr snapToGrid="0">
      <p:cViewPr varScale="1">
        <p:scale>
          <a:sx n="27" d="100"/>
          <a:sy n="27" d="100"/>
        </p:scale>
        <p:origin x="195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C2D11A-4A4C-4762-9A3D-38B816BFA086}" type="datetimeFigureOut">
              <a:rPr lang="fr-FR" smtClean="0"/>
              <a:t>15/03/2026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29993-E93F-4628-BDE0-2946103AC1B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9978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E8838-E61C-436D-81FA-CFC9A861CF2C}" type="datetimeFigureOut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B0C060-F7D4-4C65-826A-795CA5BE88E2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17121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peato.app/resolving-appium-environment-variable-issues-on-windows-10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learn.microsoft.com/en-us/answers/questions/5651444/vs-2026-development-of-maui-apps-for-mobile-is-not" TargetMode="External"/><Relationship Id="rId4" Type="http://schemas.openxmlformats.org/officeDocument/2006/relationships/hyperlink" Target="https://natasatech.wordpress.com/2024/11/27/neither-android_home-nor-android_sdk_root-environment-variable-was-exported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F1AF8C-5859-4705-A043-9E1F218ABCB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2666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That error means Appium (running your .NET MAUI UI tests) can’t locate the Android SDK — the required 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ANDROID_HOME</a:t>
            </a:r>
            <a:r>
              <a:rPr lang="en-GB" dirty="0"/>
              <a:t> or 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ANDROID_SDK_ROOT</a:t>
            </a:r>
            <a:r>
              <a:rPr lang="en-GB" dirty="0"/>
              <a:t> environment variables aren’t set or recognized by the process. </a:t>
            </a:r>
          </a:p>
          <a:p>
            <a:r>
              <a:rPr lang="en-GB" dirty="0"/>
              <a:t>Here’s how to fix it depending on your setup:</a:t>
            </a:r>
          </a:p>
          <a:p>
            <a:r>
              <a:rPr lang="en-GB" b="1" dirty="0"/>
              <a:t>1. Locate your Android SDK path</a:t>
            </a:r>
          </a:p>
          <a:p>
            <a:r>
              <a:rPr lang="en-GB" dirty="0"/>
              <a:t>On Windows, the SDK is usually in one of these places: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C:\Users\&lt;YourUser&gt;\AppData\Local\Android\Sdk</a:t>
            </a:r>
            <a:endParaRPr lang="en-GB" dirty="0">
              <a:effectLst/>
            </a:endParaRPr>
          </a:p>
          <a:p>
            <a:r>
              <a:rPr lang="en-GB" dirty="0">
                <a:effectLst/>
              </a:rPr>
              <a:t>Or, if you installed via Visual Studio:</a:t>
            </a:r>
            <a:br>
              <a:rPr lang="en-GB" dirty="0">
                <a:effectLst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C:\Program Files (x86)\Android\android-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sdk</a:t>
            </a:r>
            <a:endParaRPr lang="en-GB" dirty="0">
              <a:effectLst/>
            </a:endParaRPr>
          </a:p>
          <a:p>
            <a:r>
              <a:rPr lang="en-GB" dirty="0"/>
              <a:t>On macOS:</a:t>
            </a:r>
          </a:p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~/Library/Android/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sdk</a:t>
            </a:r>
            <a:endParaRPr lang="en-GB" dirty="0">
              <a:effectLst/>
            </a:endParaRPr>
          </a:p>
          <a:p>
            <a:r>
              <a:rPr lang="en-GB" b="1" dirty="0"/>
              <a:t>2. Set Environment Variables</a:t>
            </a:r>
          </a:p>
          <a:p>
            <a:r>
              <a:rPr lang="en-GB" b="1" dirty="0"/>
              <a:t>Windows</a:t>
            </a:r>
            <a:endParaRPr lang="en-GB" dirty="0"/>
          </a:p>
          <a:p>
            <a:r>
              <a:rPr lang="en-GB" dirty="0">
                <a:effectLst/>
              </a:rPr>
              <a:t>Press </a:t>
            </a:r>
            <a:r>
              <a:rPr lang="en-GB" b="1" dirty="0">
                <a:effectLst/>
              </a:rPr>
              <a:t>Win + R</a:t>
            </a:r>
            <a:r>
              <a:rPr lang="en-GB" dirty="0">
                <a:effectLst/>
              </a:rPr>
              <a:t>, type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sysdm.cpl</a:t>
            </a:r>
            <a:r>
              <a:rPr lang="en-GB" dirty="0">
                <a:effectLst/>
              </a:rPr>
              <a:t>, go to </a:t>
            </a:r>
            <a:r>
              <a:rPr lang="en-GB" b="1" dirty="0">
                <a:effectLst/>
              </a:rPr>
              <a:t>Advanced → Environment Variables</a:t>
            </a:r>
            <a:r>
              <a:rPr lang="en-GB" dirty="0">
                <a:effectLst/>
              </a:rPr>
              <a:t>. </a:t>
            </a:r>
          </a:p>
          <a:p>
            <a:r>
              <a:rPr lang="en-GB" dirty="0">
                <a:effectLst/>
              </a:rPr>
              <a:t>Under </a:t>
            </a:r>
            <a:r>
              <a:rPr lang="en-GB" i="1" dirty="0">
                <a:effectLst/>
              </a:rPr>
              <a:t>System Variables</a:t>
            </a:r>
            <a:r>
              <a:rPr lang="en-GB" dirty="0">
                <a:effectLst/>
              </a:rPr>
              <a:t>, click </a:t>
            </a:r>
            <a:r>
              <a:rPr lang="en-GB" b="1" dirty="0">
                <a:effectLst/>
              </a:rPr>
              <a:t>New</a:t>
            </a:r>
            <a:r>
              <a:rPr lang="en-GB" dirty="0">
                <a:effectLst/>
              </a:rPr>
              <a:t> and add:</a:t>
            </a:r>
          </a:p>
          <a:p>
            <a:pPr lvl="1"/>
            <a:r>
              <a:rPr lang="en-GB" dirty="0">
                <a:effectLst/>
              </a:rPr>
              <a:t>Variable name: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ANDROID_SDK_ROOT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Variable value: (path from step 1)</a:t>
            </a:r>
          </a:p>
          <a:p>
            <a:r>
              <a:rPr lang="en-GB" dirty="0">
                <a:effectLst/>
              </a:rPr>
              <a:t>Optionally, also add:</a:t>
            </a:r>
          </a:p>
          <a:p>
            <a:pPr lvl="1"/>
            <a:r>
              <a:rPr lang="en-GB" dirty="0">
                <a:effectLst/>
              </a:rPr>
              <a:t>Variable name: 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ANDROID_HOME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Variable value: same SDK path</a:t>
            </a:r>
          </a:p>
          <a:p>
            <a:r>
              <a:rPr lang="en-GB" dirty="0">
                <a:effectLst/>
              </a:rPr>
              <a:t>Restart Visual Studio and any command prompts.</a:t>
            </a:r>
          </a:p>
          <a:p>
            <a:r>
              <a:rPr lang="en-GB" dirty="0"/>
              <a:t>Example: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ANDROID_SDK_ROOT=C:\Users\John\AppData\Local\Android\Sdk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ANDROID_HOME=C:\Users\John\AppData\Local\Android\Sdk</a:t>
            </a:r>
          </a:p>
          <a:p>
            <a:r>
              <a:rPr lang="en-GB" dirty="0"/>
              <a:t>On macOS or Linux, add these lines to 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~/.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bashrc</a:t>
            </a:r>
            <a:r>
              <a:rPr lang="en-GB" dirty="0"/>
              <a:t> or 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~/.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zshrc</a:t>
            </a:r>
            <a:r>
              <a:rPr lang="en-GB" dirty="0"/>
              <a:t>: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 ANDROID_SDK_ROOT=$HOME/Library/Android/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sdk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export ANDROID_HOME=$ANDROID_SDK_ROOT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source ~/.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zshrc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GB" b="1" dirty="0"/>
              <a:t>3. Restart Appium and Re-run Tests</a:t>
            </a:r>
          </a:p>
          <a:p>
            <a:r>
              <a:rPr lang="en-GB" dirty="0"/>
              <a:t>After updating the variables:</a:t>
            </a:r>
          </a:p>
          <a:p>
            <a:r>
              <a:rPr lang="en-GB" b="1" dirty="0">
                <a:effectLst/>
              </a:rPr>
              <a:t>Restart Appium Server</a:t>
            </a:r>
            <a:r>
              <a:rPr lang="en-GB" dirty="0">
                <a:effectLst/>
              </a:rPr>
              <a:t> — a running instance won’t pick up new environment variables.</a:t>
            </a:r>
          </a:p>
          <a:p>
            <a:r>
              <a:rPr lang="en-GB" dirty="0">
                <a:effectLst/>
              </a:rPr>
              <a:t>Relaunch your test project.</a:t>
            </a:r>
          </a:p>
          <a:p>
            <a:r>
              <a:rPr lang="en-GB" dirty="0"/>
              <a:t>This exact fix is described in both </a:t>
            </a:r>
            <a:r>
              <a:rPr lang="en-GB" dirty="0" err="1">
                <a:hlinkClick r:id="rId3"/>
              </a:rPr>
              <a:t>repeato.app</a:t>
            </a:r>
            <a:r>
              <a:rPr lang="en-GB" dirty="0"/>
              <a:t> and </a:t>
            </a:r>
            <a:r>
              <a:rPr lang="en-GB" dirty="0">
                <a:hlinkClick r:id="rId4"/>
              </a:rPr>
              <a:t>natasatech.wordpress.com</a:t>
            </a:r>
            <a:r>
              <a:rPr lang="en-GB" dirty="0"/>
              <a:t> — both note that missing or incorrect paths cause this error.</a:t>
            </a:r>
          </a:p>
          <a:p>
            <a:r>
              <a:rPr lang="en-GB" b="1" dirty="0"/>
              <a:t>4. If using VS 2026 + MAUI</a:t>
            </a:r>
          </a:p>
          <a:p>
            <a:r>
              <a:rPr lang="en-GB" dirty="0"/>
              <a:t>Some recent issues with Visual Studio 2026 make Android SDK detection unreliable — SDKs may fail to install or register correctly in MAUI workloads (</a:t>
            </a:r>
            <a:r>
              <a:rPr lang="en-GB" dirty="0">
                <a:hlinkClick r:id="rId5"/>
              </a:rPr>
              <a:t>learn.microsoft.com</a:t>
            </a:r>
            <a:r>
              <a:rPr lang="en-GB" dirty="0"/>
              <a:t>).</a:t>
            </a:r>
            <a:br>
              <a:rPr lang="en-GB" dirty="0"/>
            </a:br>
            <a:r>
              <a:rPr lang="en-GB" dirty="0"/>
              <a:t>If the variables are correct but Visual Studio still fails:</a:t>
            </a:r>
          </a:p>
          <a:p>
            <a:r>
              <a:rPr lang="en-GB" dirty="0">
                <a:effectLst/>
              </a:rPr>
              <a:t>Repair or reinstall the </a:t>
            </a:r>
            <a:r>
              <a:rPr lang="en-GB" b="1" dirty="0">
                <a:effectLst/>
              </a:rPr>
              <a:t>“Mobile development with .NET”</a:t>
            </a:r>
            <a:r>
              <a:rPr lang="en-GB" dirty="0">
                <a:effectLst/>
              </a:rPr>
              <a:t> workload. </a:t>
            </a:r>
          </a:p>
          <a:p>
            <a:r>
              <a:rPr lang="en-GB" dirty="0">
                <a:effectLst/>
              </a:rPr>
              <a:t>Open VS → </a:t>
            </a:r>
            <a:r>
              <a:rPr lang="en-GB" b="1" dirty="0">
                <a:effectLst/>
              </a:rPr>
              <a:t>Tools → Android → Android SDK Manager</a:t>
            </a:r>
            <a:r>
              <a:rPr lang="en-GB" dirty="0">
                <a:effectLst/>
              </a:rPr>
              <a:t> and ensure command-line tools are installed.</a:t>
            </a:r>
          </a:p>
          <a:p>
            <a:r>
              <a:rPr lang="en-GB" dirty="0"/>
              <a:t>Would you like me to give you the exact command to verify your Appium environment variables in PowerShell or Command Prompt?</a:t>
            </a:r>
          </a:p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B0C060-F7D4-4C65-826A-795CA5BE88E2}" type="slidenum">
              <a:rPr lang="fr-FR" noProof="0" smtClean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307132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2829AA3-688F-4FAF-9C70-2EAED5DE0A5F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55889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B779C31-26A2-4001-8DD7-CEA4A5920D6F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681686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84732072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182189"/>
            <a:ext cx="4639736" cy="492043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1182187"/>
            <a:ext cx="4639736" cy="492043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297338C-4102-BE9E-4AB2-29CD812FA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2CD438-EB8A-E40E-FBAE-E9FC0AD98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7795BC1-93F2-D59F-F3DC-FF4690E33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11" name="Titre 10">
            <a:extLst>
              <a:ext uri="{FF2B5EF4-FFF2-40B4-BE49-F238E27FC236}">
                <a16:creationId xmlns:a16="http://schemas.microsoft.com/office/drawing/2014/main" id="{8AF557B5-2378-92A5-1063-2C1BEBE83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8658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5220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628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136469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1986334"/>
            <a:ext cx="4639736" cy="38827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1136469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1986333"/>
            <a:ext cx="4639736" cy="3882761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E313F57-3095-42DA-A8AD-EACF93632B45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386987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28105658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17C76EA5-DE82-4067-88F3-4BF0BABA598F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505619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pPr rtl="0"/>
            <a:fld id="{31C46C69-7F73-47D5-86D5-FDA507AE9AA8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fr-FR" noProof="0" smtClean="0"/>
              <a:pPr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35042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rtl="0"/>
            <a:fld id="{973E1055-39CE-418F-9B0E-741B5617658E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 rtl="0"/>
            <a:endParaRPr lang="fr-FR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3836118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7442950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fr-FR" noProof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37094117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023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120459"/>
            <a:ext cx="10058400" cy="4748633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0F708A2A-6F02-48A2-99AD-832CF5AA71DA}" type="datetime1">
              <a:rPr lang="fr-FR" noProof="0" smtClean="0"/>
              <a:t>14/03/2026</a:t>
            </a:fld>
            <a:endParaRPr lang="fr-FR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fr-FR" noProof="0" smtClean="0"/>
              <a:t>‹N°›</a:t>
            </a:fld>
            <a:endParaRPr lang="fr-FR" noProof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097279" y="107442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6340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ppium/appium-uiautomator2-driver" TargetMode="External"/><Relationship Id="rId2" Type="http://schemas.openxmlformats.org/officeDocument/2006/relationships/hyperlink" Target="https://devblogs.microsoft.com/dotnet/dotnet-maui-ui-testing-appium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utorialpedia.org/blog/neither-android-home-nor-android-sdk-root-environment-variable-was-exported-windows10/?utm_source=copilot.com#how-to-access-environment-variables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java/openjdk/download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F20CE03-1633-4464-B5DD-92DE0962BF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</a:blip>
          <a:srcRect t="10428" b="4345"/>
          <a:stretch/>
        </p:blipFill>
        <p:spPr>
          <a:xfrm>
            <a:off x="-91852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6C96BC-D50E-472C-ADB1-6D76C372CF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2831" y="1283452"/>
            <a:ext cx="3790122" cy="1017055"/>
          </a:xfrm>
        </p:spPr>
        <p:txBody>
          <a:bodyPr>
            <a:normAutofit fontScale="90000"/>
          </a:bodyPr>
          <a:lstStyle/>
          <a:p>
            <a:r>
              <a:rPr lang="fr-FR" dirty="0">
                <a:solidFill>
                  <a:srgbClr val="FFFFFF"/>
                </a:solidFill>
              </a:rPr>
              <a:t> </a:t>
            </a:r>
            <a:endParaRPr lang="en-15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CDC1C0-4F73-40EB-BD64-D8C523312E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04/03/2026</a:t>
            </a:r>
            <a:endParaRPr lang="en-150" sz="11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15B94C0-256E-51FA-B982-6D8D63B133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051" y="2212848"/>
            <a:ext cx="3302000" cy="2472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98882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607EC2-2C2B-F9D8-A34A-D83C2211B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- links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34C510-886E-8097-DB83-8569B6E6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Getting started with UI testing .NET MAUI apps using Appium</a:t>
            </a:r>
            <a:br>
              <a:rPr lang="en-GB" b="1" dirty="0"/>
            </a:br>
            <a:r>
              <a:rPr lang="fr-FR" dirty="0">
                <a:hlinkClick r:id="rId2"/>
              </a:rPr>
              <a:t>https://devblogs.microsoft.com/dotnet/dotnet-maui-ui-testing-appium/</a:t>
            </a:r>
            <a:endParaRPr lang="fr-FR" dirty="0"/>
          </a:p>
          <a:p>
            <a:r>
              <a:rPr lang="fr-FR" b="1" dirty="0" err="1"/>
              <a:t>Appium</a:t>
            </a:r>
            <a:r>
              <a:rPr lang="fr-FR" b="1" dirty="0"/>
              <a:t> UiAutomator2 Driver</a:t>
            </a:r>
            <a:br>
              <a:rPr lang="fr-FR" dirty="0"/>
            </a:br>
            <a:r>
              <a:rPr lang="fr-FR" dirty="0">
                <a:hlinkClick r:id="rId3"/>
              </a:rPr>
              <a:t>https://github.com/appium/appium-uiautomator2-driver</a:t>
            </a:r>
            <a:endParaRPr lang="fr-FR" dirty="0"/>
          </a:p>
          <a:p>
            <a:r>
              <a:rPr lang="fr-FR" b="1" dirty="0"/>
              <a:t>Windows Application Driver</a:t>
            </a:r>
            <a:br>
              <a:rPr lang="fr-FR" b="1" dirty="0"/>
            </a:br>
            <a:r>
              <a:rPr lang="fr-FR" dirty="0"/>
              <a:t>https://github.com/microsoft/WinAppDriver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63453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6A8B7-7495-D3DF-F94E-4E355DDEC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8D83B7-7FE8-E80C-39DE-2A3A6B63E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- notes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C1505B-7052-6C68-7FA8-EF08E33154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The important thing to note here is that all the user-interface elements you want to reach from your tests will need to have the </a:t>
            </a:r>
            <a:r>
              <a:rPr lang="en-GB" b="1" dirty="0" err="1"/>
              <a:t>AutomationId</a:t>
            </a:r>
            <a:r>
              <a:rPr lang="en-GB" b="1" dirty="0"/>
              <a:t> attribute with a (unique) value. Those will be the identifiers that are mapped on the UI controls and make them available to discover and interact with through Appium.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53617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5384C-2509-78CA-B67F-5DC6168A9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FB014D-96B5-1A0B-E477-CBA04C933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Appium – install for Windows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4258D5-AAB1-9025-28E7-B217AE1C8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b="1" dirty="0"/>
              <a:t>1) </a:t>
            </a:r>
            <a:r>
              <a:rPr lang="en-GB" dirty="0"/>
              <a:t> install Node.js on your machine </a:t>
            </a:r>
            <a:r>
              <a:rPr lang="en-GB" u="sng" dirty="0">
                <a:hlinkClick r:id="rId2"/>
              </a:rPr>
              <a:t>website</a:t>
            </a:r>
            <a:r>
              <a:rPr lang="en-GB" dirty="0"/>
              <a:t> </a:t>
            </a:r>
          </a:p>
          <a:p>
            <a:r>
              <a:rPr lang="en-GB" dirty="0"/>
              <a:t>2) run: </a:t>
            </a:r>
            <a:r>
              <a:rPr lang="en-GB" dirty="0" err="1"/>
              <a:t>npm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--location=global </a:t>
            </a:r>
            <a:r>
              <a:rPr lang="en-GB" dirty="0" err="1"/>
              <a:t>appium</a:t>
            </a:r>
            <a:r>
              <a:rPr lang="en-GB" dirty="0"/>
              <a:t> </a:t>
            </a:r>
          </a:p>
          <a:p>
            <a:r>
              <a:rPr lang="en-GB" dirty="0"/>
              <a:t>3)  run: </a:t>
            </a:r>
            <a:r>
              <a:rPr lang="en-GB" strike="sngStrike" dirty="0" err="1"/>
              <a:t>appium</a:t>
            </a:r>
            <a:r>
              <a:rPr lang="en-GB" strike="sngStrike" dirty="0"/>
              <a:t> driver install --source=</a:t>
            </a:r>
            <a:r>
              <a:rPr lang="en-GB" strike="sngStrike" dirty="0" err="1"/>
              <a:t>npm</a:t>
            </a:r>
            <a:r>
              <a:rPr lang="en-GB" strike="sngStrike" dirty="0"/>
              <a:t> appium-uiautomator2-driver </a:t>
            </a:r>
          </a:p>
          <a:p>
            <a:pPr marL="0" indent="0">
              <a:buNone/>
            </a:pPr>
            <a:r>
              <a:rPr lang="en-GB" dirty="0"/>
              <a:t>	</a:t>
            </a:r>
            <a:r>
              <a:rPr lang="en-GB" dirty="0" err="1"/>
              <a:t>appium</a:t>
            </a:r>
            <a:r>
              <a:rPr lang="en-GB" dirty="0"/>
              <a:t> driver install uiautomator2</a:t>
            </a:r>
          </a:p>
          <a:p>
            <a:r>
              <a:rPr lang="fr-FR" dirty="0"/>
              <a:t>- </a:t>
            </a:r>
            <a:r>
              <a:rPr lang="fr-FR" dirty="0" err="1"/>
              <a:t>automationName</a:t>
            </a:r>
            <a:r>
              <a:rPr lang="fr-FR" dirty="0"/>
              <a:t>: UiAutomator2</a:t>
            </a:r>
          </a:p>
          <a:p>
            <a:r>
              <a:rPr lang="fr-FR" dirty="0"/>
              <a:t>- </a:t>
            </a:r>
            <a:r>
              <a:rPr lang="fr-FR" dirty="0" err="1"/>
              <a:t>platformNames</a:t>
            </a:r>
            <a:r>
              <a:rPr lang="fr-FR" dirty="0"/>
              <a:t>: ["Android"]</a:t>
            </a:r>
          </a:p>
          <a:p>
            <a:pPr marL="0" indent="0">
              <a:buNone/>
            </a:pPr>
            <a:endParaRPr lang="en-GB" strike="sngStrike" dirty="0"/>
          </a:p>
          <a:p>
            <a:r>
              <a:rPr lang="en-GB" dirty="0"/>
              <a:t>And: 	</a:t>
            </a:r>
            <a:r>
              <a:rPr lang="en-GB" dirty="0" err="1"/>
              <a:t>appium</a:t>
            </a:r>
            <a:r>
              <a:rPr lang="en-GB" dirty="0"/>
              <a:t> driver install --source=</a:t>
            </a:r>
            <a:r>
              <a:rPr lang="en-GB" dirty="0" err="1"/>
              <a:t>npm</a:t>
            </a:r>
            <a:r>
              <a:rPr lang="en-GB" dirty="0"/>
              <a:t> </a:t>
            </a:r>
            <a:r>
              <a:rPr lang="en-GB" dirty="0" err="1"/>
              <a:t>appium</a:t>
            </a:r>
            <a:r>
              <a:rPr lang="en-GB" dirty="0"/>
              <a:t>-windows-driver</a:t>
            </a:r>
            <a:endParaRPr lang="fr-FR" dirty="0"/>
          </a:p>
          <a:p>
            <a:r>
              <a:rPr lang="fr-FR" dirty="0"/>
              <a:t>- </a:t>
            </a:r>
            <a:r>
              <a:rPr lang="fr-FR" dirty="0" err="1"/>
              <a:t>automationName</a:t>
            </a:r>
            <a:r>
              <a:rPr lang="fr-FR" dirty="0"/>
              <a:t>: Windows</a:t>
            </a:r>
          </a:p>
          <a:p>
            <a:r>
              <a:rPr lang="fr-FR" dirty="0"/>
              <a:t>- </a:t>
            </a:r>
            <a:r>
              <a:rPr lang="fr-FR" dirty="0" err="1"/>
              <a:t>platformNames</a:t>
            </a:r>
            <a:r>
              <a:rPr lang="fr-FR" dirty="0"/>
              <a:t>: ["Windows"]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922798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5FA2AE-EB6C-A3B2-95F4-4C7D83279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707083-71E4-8019-0DC7-13CC00786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How to Access Environment Variables:</a:t>
            </a:r>
            <a:r>
              <a:rPr lang="en-GB" dirty="0">
                <a:hlinkClick r:id="rId3"/>
              </a:rPr>
              <a:t>#</a:t>
            </a:r>
            <a:endParaRPr lang="en-GB" b="1" dirty="0"/>
          </a:p>
          <a:p>
            <a:r>
              <a:rPr lang="en-GB" dirty="0"/>
              <a:t>Press </a:t>
            </a:r>
            <a:r>
              <a:rPr lang="en-GB" b="1" dirty="0"/>
              <a:t>Win + S</a:t>
            </a:r>
            <a:r>
              <a:rPr lang="en-GB" dirty="0"/>
              <a:t> to open the Windows Search bar.</a:t>
            </a:r>
          </a:p>
          <a:p>
            <a:r>
              <a:rPr lang="en-GB" dirty="0"/>
              <a:t>Type </a:t>
            </a:r>
            <a:r>
              <a:rPr lang="en-GB" b="1" dirty="0"/>
              <a:t>“Environment Variables”</a:t>
            </a:r>
            <a:r>
              <a:rPr lang="en-GB" dirty="0"/>
              <a:t> and select </a:t>
            </a:r>
            <a:r>
              <a:rPr lang="en-GB" b="1" dirty="0"/>
              <a:t>“Edit the system environment variables”</a:t>
            </a:r>
            <a:r>
              <a:rPr lang="en-GB" dirty="0"/>
              <a:t>.</a:t>
            </a:r>
          </a:p>
          <a:p>
            <a:r>
              <a:rPr lang="en-GB" dirty="0"/>
              <a:t>In the </a:t>
            </a:r>
            <a:r>
              <a:rPr lang="en-GB" b="1" dirty="0"/>
              <a:t>System Properties</a:t>
            </a:r>
            <a:r>
              <a:rPr lang="en-GB" dirty="0"/>
              <a:t> window, click the </a:t>
            </a:r>
            <a:r>
              <a:rPr lang="en-GB" b="1" dirty="0"/>
              <a:t>“Environment Variables…”</a:t>
            </a:r>
            <a:r>
              <a:rPr lang="en-GB" dirty="0"/>
              <a:t> button (under the “Advanced” tab).</a:t>
            </a:r>
          </a:p>
          <a:p>
            <a:r>
              <a:rPr lang="en-GB" i="1" dirty="0"/>
              <a:t>C:\Program Files (x86)\Android\android-</a:t>
            </a:r>
            <a:r>
              <a:rPr lang="en-GB" i="1" dirty="0" err="1"/>
              <a:t>sdk</a:t>
            </a:r>
            <a:endParaRPr lang="en-GB" i="1" dirty="0"/>
          </a:p>
          <a:p>
            <a:endParaRPr lang="en-GB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C3ED66-3DDD-7268-879B-4D21AAFDD6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2216" y="4449669"/>
            <a:ext cx="6030167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73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778EC43-2FF4-97B1-DF4C-0D8DE1ED3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3B3E692-48E7-D06A-0F90-594644477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Download the Microsoft Build of OpenJDK | Microsoft Learn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5556783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.PPT.TopSales">
  <a:themeElements>
    <a:clrScheme name="Violet2">
      <a:dk1>
        <a:srgbClr val="000000"/>
      </a:dk1>
      <a:lt1>
        <a:srgbClr val="FFFFFF"/>
      </a:lt1>
      <a:dk2>
        <a:srgbClr val="341833"/>
      </a:dk2>
      <a:lt2>
        <a:srgbClr val="F4F1F4"/>
      </a:lt2>
      <a:accent1>
        <a:srgbClr val="A84BA6"/>
      </a:accent1>
      <a:accent2>
        <a:srgbClr val="9B57D3"/>
      </a:accent2>
      <a:accent3>
        <a:srgbClr val="755DD9"/>
      </a:accent3>
      <a:accent4>
        <a:srgbClr val="6D65BB"/>
      </a:accent4>
      <a:accent5>
        <a:srgbClr val="45A5ED"/>
      </a:accent5>
      <a:accent6>
        <a:srgbClr val="5982DB"/>
      </a:accent6>
      <a:hlink>
        <a:srgbClr val="3887FF"/>
      </a:hlink>
      <a:folHlink>
        <a:srgbClr val="676799"/>
      </a:folHlink>
    </a:clrScheme>
    <a:fontScheme name="Rétrospective">
      <a:majorFont>
        <a:latin typeface="Univers Condense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Univers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ème.PPT.TopSales" id="{85210FC4-40CA-4190-8676-F09A3AD3F7C6}" vid="{9AD94623-127D-44E3-9D28-8B93EEC8149D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93932EF5-314F-409E-8020-FEE5FA0795B9}">
  <ds:schemaRefs>
    <ds:schemaRef ds:uri="16c05727-aa75-4e4a-9b5f-8a80a1165891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A3F7EDC-E5B4-4BBC-9D2A-CBE6D46C37A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3EEFF0-FB57-4CB4-8BFC-DF397689E2ED}">
  <ds:schemaRefs>
    <ds:schemaRef ds:uri="16c05727-aa75-4e4a-9b5f-8a80a1165891"/>
    <ds:schemaRef ds:uri="71af3243-3dd4-4a8d-8c0d-dd76da1f02a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3372</TotalTime>
  <Words>692</Words>
  <Application>Microsoft Office PowerPoint</Application>
  <PresentationFormat>Grand écran</PresentationFormat>
  <Paragraphs>60</Paragraphs>
  <Slides>6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0" baseType="lpstr">
      <vt:lpstr>Calibri</vt:lpstr>
      <vt:lpstr>Univers</vt:lpstr>
      <vt:lpstr>Univers Condensed</vt:lpstr>
      <vt:lpstr>Thème.PPT.TopSales</vt:lpstr>
      <vt:lpstr> </vt:lpstr>
      <vt:lpstr>Appium - links</vt:lpstr>
      <vt:lpstr>Appium - notes</vt:lpstr>
      <vt:lpstr>Appium – install for Windows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Titre Lorem Ipsum</dc:title>
  <dc:creator>Michael@ZPF.fr</dc:creator>
  <cp:lastModifiedBy>Michael Engelmann</cp:lastModifiedBy>
  <cp:revision>387</cp:revision>
  <dcterms:created xsi:type="dcterms:W3CDTF">2022-04-25T08:51:37Z</dcterms:created>
  <dcterms:modified xsi:type="dcterms:W3CDTF">2026-03-16T05:16:22Z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